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STIA CRM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Gestion Empresarial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CRM multi-compania con integracion SAP Business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8803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PRODUCCION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Grecia Rosales  |  STIA - Soluciones al Procesar Alimentos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Febrero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Desafio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ventas sin visibilidad unificada de clientes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Fragmentados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Informacion de clientes, cotizaciones y pedidos dispersa entre Excel, email y SAP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459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8288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Visibilidad Gerencial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Gerentes no pueden ver pipeline, conversion ni rendimiento del equipo en tiempo real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9184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Busqueda Ineficiente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 pierden tiempo buscando informacion de clientes en multiples sistemas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08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9184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Proyecciones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forecasting de ventas basado en datos reales del pipeline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STIA CRM: La Solucion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unificada conectada a SAP B1 en tiempo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88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SAP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Comercial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en tiempo real, Mi Dia, graficos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Cuentas y Contactos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Sincronizados desde SAP Business Partners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364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Cotizaciones y Pedidos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SAP con detalle y navegacion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364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Facturas y Cobros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cobro, vencidos, historial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895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y Prospectos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Embudo de ventas con drag &amp; drop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895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Proyecciones basadas en pipeline real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Busqueda Global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4425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Cmd+K para buscar en todas las entidades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de Ayuda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425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contextual en cada pantalla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Acceso por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perfiles con permisos diferenciados</a:t>
            </a:r>
            <a:endParaRPr lang="en-US" sz="1200" dirty="0"/>
          </a:p>
        </p:txBody>
      </p:sp>
      <p:pic>
        <p:nvPicPr>
          <p:cNvPr id="4" name="Image 0" descr="/Users/freddymolina/Desktop/Stia/Grecia/pptx-v3-07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4754880" cy="4572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128016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280160"/>
            <a:ext cx="54864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Molina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companias y datos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231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Gerente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2770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Mariana Solis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990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su pais (Costa Rica)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Vendedor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Marin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413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sus propios clientes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Comercial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en tiempo real  |  Seccion Mi Dia  |  Graficos interactivos</a:t>
            </a:r>
            <a:endParaRPr lang="en-US" sz="1100" dirty="0"/>
          </a:p>
        </p:txBody>
      </p:sp>
      <p:pic>
        <p:nvPicPr>
          <p:cNvPr id="4" name="Image 0" descr="/Users/freddymolina/Desktop/Stia/Grecia/pptx-v3-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583680" y="182880"/>
            <a:ext cx="1097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$3.4M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594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mes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"/>
            <a:ext cx="1097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594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Ofertas de Ventas (SAP)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reales desde SAP Business One  |  Filtros por estado y fecha</a:t>
            </a:r>
            <a:endParaRPr lang="en-US" sz="1100" dirty="0"/>
          </a:p>
        </p:txBody>
      </p:sp>
      <p:pic>
        <p:nvPicPr>
          <p:cNvPr id="4" name="Image 0" descr="/Users/freddymolina/Desktop/Stia/Grecia/pptx-v3-03-ofer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Busqueda Global: Cmd+K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Busqueda unificada en todas las entidades SAP</a:t>
            </a:r>
            <a:endParaRPr lang="en-US" sz="1100" dirty="0"/>
          </a:p>
        </p:txBody>
      </p:sp>
      <p:pic>
        <p:nvPicPr>
          <p:cNvPr id="4" name="Image 0" descr="/Users/freddymolina/Desktop/Stia/Grecia/pptx-04-vendedor-busqu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0" y="1143000"/>
            <a:ext cx="24688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1887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SAP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agrupados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Navegacion por teclado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de Ayuda Contextual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integrada en cada pantalla  |  No necesita manual externo</a:t>
            </a:r>
            <a:endParaRPr lang="en-US" sz="1100" dirty="0"/>
          </a:p>
        </p:txBody>
      </p:sp>
      <p:pic>
        <p:nvPicPr>
          <p:cNvPr id="4" name="Image 0" descr="/Users/freddymolina/Desktop/Stia/Grecia/pptx-v3-02-help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051560"/>
            <a:ext cx="5943600" cy="40233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65760" y="1097280"/>
            <a:ext cx="2377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45720" cy="7772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Contextual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especifico segun la pantalla activa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2057400"/>
            <a:ext cx="2377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057400"/>
            <a:ext cx="4572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 Trabajo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numerados para guiar al usuario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3017520"/>
            <a:ext cx="2377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01752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SAP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datos necesita en SAP para que funcione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3977640"/>
            <a:ext cx="23774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977640"/>
            <a:ext cx="45720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 y Atajos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4343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Consejos para usar la plataforma eficientemente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Reportes Gerenciales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por vendedor, cliente, producto y periodo</a:t>
            </a:r>
            <a:endParaRPr lang="en-US" sz="1100" dirty="0"/>
          </a:p>
        </p:txBody>
      </p:sp>
      <p:pic>
        <p:nvPicPr>
          <p:cNvPr id="4" name="Image 0" descr="/Users/freddymolina/Desktop/Stia/Grecia/pptx-v3-06-repo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18288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201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$6.2M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02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equipo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920240" y="18288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20240" y="201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20240" y="502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01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$478K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91840" y="502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promedio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Cuentas SAP en Tiempo Real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Partners sincronizados directamente desde SAP B1 Service Layer</a:t>
            </a:r>
            <a:endParaRPr lang="en-US" sz="1100" dirty="0"/>
          </a:p>
        </p:txBody>
      </p:sp>
      <p:pic>
        <p:nvPicPr>
          <p:cNvPr id="4" name="Image 0" descr="/Users/freddymolina/Desktop/Stia/Grecia/pptx-v3-04-cue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Facturacion y Estado de Cobro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SAP con estado de pago, vencimientos y KPIs de cobranza</a:t>
            </a:r>
            <a:endParaRPr lang="en-US" sz="1100" dirty="0"/>
          </a:p>
        </p:txBody>
      </p:sp>
      <p:pic>
        <p:nvPicPr>
          <p:cNvPr id="4" name="Image 0" descr="/Users/freddymolina/Desktop/Stia/Grecia/pptx-v3-05-factu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943600" y="137160"/>
            <a:ext cx="1005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$524K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502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Cobrado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040880" y="137160"/>
            <a:ext cx="1005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$22.1M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502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8138160" y="137160"/>
            <a:ext cx="1005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$252K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38160" y="502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Roles y Permisos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rol ve exactamente los datos que necesita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Vendedor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Marin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ve sus propios datos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(OWN)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propias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28016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Gerente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Mariana Solis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datos de su pais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251460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 Vendedor +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equipo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completo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80160"/>
            <a:ext cx="2651760" cy="7315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Molina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todos los datos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251460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 Gerente +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Multi-compania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usuarios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companias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Tecnica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(state)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Service 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reverse proxy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 process manager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SSL/HTTPS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xy.bluesystem.io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ready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54864"/>
          </a:xfrm>
          <a:prstGeom prst="rect">
            <a:avLst/>
          </a:prstGeom>
          <a:solidFill>
            <a:srgbClr val="6366F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tiempo real via SAP B1 Service Layer (OData v4)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Integracion SAP Business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 directa a SAP B1 Service Layer  |  12 endpoints activos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4114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SAP Entity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Modulo CRM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1261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BusinessPartners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1520" y="193852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ContactEmployees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96596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31520" y="221284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224028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31520" y="248716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276148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78892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31520" y="303580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616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06324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31520" y="331012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SalesPersons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6616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333756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31520" y="358444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6616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61188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31520" y="385876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EmployeesInfo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661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388620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31520" y="413308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6616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Lotes/Trazabilidad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416052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31520" y="440740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6616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y Charts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443484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31520" y="468172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56616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Busqueda Global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32320" y="470916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Reales en Produccion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vivo desde SAP B1  |  Costa Rica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 SAP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12618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CORPORACION PIPASA S.R.L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$4,503,536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075688"/>
            <a:ext cx="7680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CORPORACION PIPASA S.R.L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075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$4,200,057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075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459736"/>
            <a:ext cx="7680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4597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CARNIC S.A.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459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$1,364,873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459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843784"/>
            <a:ext cx="7680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43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CORPORACION PIPASA S.R.L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843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$860,252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843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227832"/>
            <a:ext cx="7680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CORPORACION PIPASA S.R.L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$660,400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227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INALVE, S.R.L.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$252,574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041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Ofertas Activas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$11,841,692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Vendedores del Equipo (Vista Gerente)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Ivan Arceyut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$4,267,007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364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Marin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$1,558,738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Randall Zuniga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$262,468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- En Produccion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20700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26+ pantallas LIVE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SAP completa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roles con permisos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ayuda contextual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77440"/>
            <a:ext cx="54864" cy="10972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movil (React Native)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push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integrado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Aprobaciones de cotizaciones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Multi-compania simultanea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automatizados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prediccion de cierre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WhatsApp Business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STIA CRM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transformar su operacion comercial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xy.bluesystem.io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54864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Grecia Rosales  |  STIA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Molina  |  BlueSystem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STIA CRM - Sistema de Gestion Empresarial</dc:title>
  <dc:subject>PptxGenJS Presentation</dc:subject>
  <dc:creator>STIA - BlueSystem</dc:creator>
  <cp:lastModifiedBy>STIA - BlueSystem</cp:lastModifiedBy>
  <cp:revision>1</cp:revision>
  <dcterms:created xsi:type="dcterms:W3CDTF">2026-02-16T12:44:08Z</dcterms:created>
  <dcterms:modified xsi:type="dcterms:W3CDTF">2026-02-16T12:44:08Z</dcterms:modified>
</cp:coreProperties>
</file>